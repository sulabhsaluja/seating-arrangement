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 Chugh" userId="751917361f98ec63" providerId="LiveId" clId="{61B6EBCE-82BC-4E9C-9F1C-FA739DEDE12A}"/>
    <pc:docChg chg="modSld">
      <pc:chgData name="Raghav Chugh" userId="751917361f98ec63" providerId="LiveId" clId="{61B6EBCE-82BC-4E9C-9F1C-FA739DEDE12A}" dt="2026-02-24T09:56:33.158" v="0" actId="5793"/>
      <pc:docMkLst>
        <pc:docMk/>
      </pc:docMkLst>
      <pc:sldChg chg="modSp mod">
        <pc:chgData name="Raghav Chugh" userId="751917361f98ec63" providerId="LiveId" clId="{61B6EBCE-82BC-4E9C-9F1C-FA739DEDE12A}" dt="2026-02-24T09:56:33.158" v="0" actId="5793"/>
        <pc:sldMkLst>
          <pc:docMk/>
          <pc:sldMk cId="585637228" sldId="257"/>
        </pc:sldMkLst>
        <pc:spChg chg="mod">
          <ac:chgData name="Raghav Chugh" userId="751917361f98ec63" providerId="LiveId" clId="{61B6EBCE-82BC-4E9C-9F1C-FA739DEDE12A}" dt="2026-02-24T09:56:33.158" v="0" actId="5793"/>
          <ac:spMkLst>
            <pc:docMk/>
            <pc:sldMk cId="585637228" sldId="257"/>
            <ac:spMk id="3" creationId="{3CCC120C-49A0-F605-3739-4D2E5D747C0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769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49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782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63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09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343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46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797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237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68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985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258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579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841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398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008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11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485B789-D370-424B-A73F-1A8BF8995FB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9F950F9-4834-4008-883D-10024DAD9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36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2A3534-A7FD-FFAC-2957-FFEDE9B1D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10102981" cy="706964"/>
          </a:xfrm>
        </p:spPr>
        <p:txBody>
          <a:bodyPr/>
          <a:lstStyle/>
          <a:p>
            <a:r>
              <a:rPr lang="en-US" b="1" dirty="0"/>
              <a:t>Hybrid Workspace Seat Allocation System</a:t>
            </a: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FE02A2-7FFD-3244-E528-DFB405FEC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Problem</a:t>
            </a:r>
          </a:p>
          <a:p>
            <a:r>
              <a:rPr lang="en-IN" sz="2000" dirty="0"/>
              <a:t>Hybrid seat conflicts</a:t>
            </a:r>
          </a:p>
          <a:p>
            <a:r>
              <a:rPr lang="en-IN" sz="2000" dirty="0"/>
              <a:t>Manual allocation inefficiency</a:t>
            </a:r>
          </a:p>
          <a:p>
            <a:r>
              <a:rPr lang="en-IN" sz="2000" dirty="0"/>
              <a:t>No real-time availability</a:t>
            </a:r>
          </a:p>
          <a:p>
            <a:r>
              <a:rPr lang="en-IN" sz="2000" dirty="0"/>
              <a:t>No rule enforcement</a:t>
            </a:r>
          </a:p>
          <a:p>
            <a:r>
              <a:rPr lang="en-IN" sz="2000" dirty="0"/>
              <a:t>Poor seat utilization visibility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229340-E5A7-F286-7305-3838C19ABF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Solution</a:t>
            </a:r>
          </a:p>
          <a:p>
            <a:r>
              <a:rPr lang="en-IN" sz="2000" dirty="0"/>
              <a:t>Batch-based designation logic</a:t>
            </a:r>
          </a:p>
          <a:p>
            <a:r>
              <a:rPr lang="en-IN" sz="2000" dirty="0"/>
              <a:t>Controlled floater booking</a:t>
            </a:r>
          </a:p>
          <a:p>
            <a:r>
              <a:rPr lang="en-IN" sz="2000" dirty="0"/>
              <a:t>Leave-based seat release</a:t>
            </a:r>
          </a:p>
          <a:p>
            <a:r>
              <a:rPr lang="en-IN" sz="2000" dirty="0"/>
              <a:t>3 PM cutoff enforcement</a:t>
            </a:r>
          </a:p>
          <a:p>
            <a:r>
              <a:rPr lang="en-IN" sz="2000" dirty="0"/>
              <a:t>Admin dashboard analytics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Graphic 7" descr="City with solid fill">
            <a:extLst>
              <a:ext uri="{FF2B5EF4-FFF2-40B4-BE49-F238E27FC236}">
                <a16:creationId xmlns:a16="http://schemas.microsoft.com/office/drawing/2014/main" id="{7842EFA6-3604-623D-15FE-A22990642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00734" y="5299587"/>
            <a:ext cx="1177413" cy="1177413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55BEC9-0E37-7D64-74BF-158072532E9B}"/>
              </a:ext>
            </a:extLst>
          </p:cNvPr>
          <p:cNvSpPr/>
          <p:nvPr/>
        </p:nvSpPr>
        <p:spPr>
          <a:xfrm>
            <a:off x="7572445" y="5895283"/>
            <a:ext cx="2999689" cy="64599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Optimized Utilization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6C7846-ED89-9599-285F-2E07208AC9AC}"/>
              </a:ext>
            </a:extLst>
          </p:cNvPr>
          <p:cNvSpPr/>
          <p:nvPr/>
        </p:nvSpPr>
        <p:spPr>
          <a:xfrm>
            <a:off x="3989884" y="5895283"/>
            <a:ext cx="2999689" cy="64599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Rule-Based System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66776C-3ABB-465E-DE41-D5EF7AC112B6}"/>
              </a:ext>
            </a:extLst>
          </p:cNvPr>
          <p:cNvSpPr/>
          <p:nvPr/>
        </p:nvSpPr>
        <p:spPr>
          <a:xfrm>
            <a:off x="407323" y="5895283"/>
            <a:ext cx="2999689" cy="64599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Real-Time Monitoring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864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6090-5660-AE19-7EE5-8737F033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 &amp; Core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C120C-49A0-F605-3739-4D2E5D747C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6128" y="2468031"/>
            <a:ext cx="4825158" cy="341630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Architecture Diagram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444D0-2BA9-C06A-5210-F47D936B07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Core Logic</a:t>
            </a:r>
          </a:p>
          <a:p>
            <a:r>
              <a:rPr lang="en-US" sz="2000" dirty="0"/>
              <a:t>Batch 1 / Batch 2 week logic</a:t>
            </a:r>
          </a:p>
          <a:p>
            <a:r>
              <a:rPr lang="en-IN" sz="2000" dirty="0"/>
              <a:t>Leave overrides designation</a:t>
            </a:r>
          </a:p>
          <a:p>
            <a:r>
              <a:rPr lang="en-IN" sz="2000" dirty="0"/>
              <a:t>Tomorrow-only booking validation</a:t>
            </a:r>
          </a:p>
          <a:p>
            <a:r>
              <a:rPr lang="en-IN" sz="2000" dirty="0"/>
              <a:t>3 PM time enforcement</a:t>
            </a:r>
          </a:p>
          <a:p>
            <a:r>
              <a:rPr lang="en-IN" sz="2000" dirty="0"/>
              <a:t>Dynamic seat availability calculation</a:t>
            </a:r>
          </a:p>
          <a:p>
            <a:r>
              <a:rPr lang="en-IN" sz="2000" dirty="0"/>
              <a:t>Keep spacing clean.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430B0C-4CBE-BAEF-FCEC-7F3AC03A9292}"/>
              </a:ext>
            </a:extLst>
          </p:cNvPr>
          <p:cNvSpPr/>
          <p:nvPr/>
        </p:nvSpPr>
        <p:spPr>
          <a:xfrm>
            <a:off x="1563329" y="3106994"/>
            <a:ext cx="2477729" cy="706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React Frontend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0545E9-F85B-CB78-9685-82C33EB87AE6}"/>
              </a:ext>
            </a:extLst>
          </p:cNvPr>
          <p:cNvSpPr/>
          <p:nvPr/>
        </p:nvSpPr>
        <p:spPr>
          <a:xfrm>
            <a:off x="1563324" y="4468214"/>
            <a:ext cx="2477729" cy="706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Node.js + Express API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9E2E20-5E22-5FC5-B1AD-066D7CEB94CD}"/>
              </a:ext>
            </a:extLst>
          </p:cNvPr>
          <p:cNvSpPr/>
          <p:nvPr/>
        </p:nvSpPr>
        <p:spPr>
          <a:xfrm>
            <a:off x="1563323" y="5830332"/>
            <a:ext cx="2477729" cy="706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MongoDB Database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3F2DE79-9565-487A-FE5D-C06AAF33356C}"/>
              </a:ext>
            </a:extLst>
          </p:cNvPr>
          <p:cNvSpPr/>
          <p:nvPr/>
        </p:nvSpPr>
        <p:spPr>
          <a:xfrm>
            <a:off x="2487561" y="3813958"/>
            <a:ext cx="580104" cy="6542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6068540-E78E-8E5D-4046-69F179AAD613}"/>
              </a:ext>
            </a:extLst>
          </p:cNvPr>
          <p:cNvSpPr/>
          <p:nvPr/>
        </p:nvSpPr>
        <p:spPr>
          <a:xfrm>
            <a:off x="2487561" y="5175178"/>
            <a:ext cx="580104" cy="6542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2F219B-F586-3528-56EB-222BD489E3A7}"/>
              </a:ext>
            </a:extLst>
          </p:cNvPr>
          <p:cNvSpPr txBox="1"/>
          <p:nvPr/>
        </p:nvSpPr>
        <p:spPr>
          <a:xfrm>
            <a:off x="4177121" y="3306587"/>
            <a:ext cx="191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JWT Authentication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612C07-F18B-B0A9-2D0E-CB4931C301AE}"/>
              </a:ext>
            </a:extLst>
          </p:cNvPr>
          <p:cNvSpPr txBox="1"/>
          <p:nvPr/>
        </p:nvSpPr>
        <p:spPr>
          <a:xfrm>
            <a:off x="4177120" y="3971671"/>
            <a:ext cx="191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REST APIs</a:t>
            </a:r>
            <a:endParaRPr lang="en-IN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0F80C7-32EA-8C02-74A4-E229347D6AC8}"/>
              </a:ext>
            </a:extLst>
          </p:cNvPr>
          <p:cNvSpPr txBox="1"/>
          <p:nvPr/>
        </p:nvSpPr>
        <p:spPr>
          <a:xfrm>
            <a:off x="4148545" y="4560061"/>
            <a:ext cx="191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Business Rule Engine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E9D095-505F-5E5C-52CA-B351DD19E689}"/>
              </a:ext>
            </a:extLst>
          </p:cNvPr>
          <p:cNvSpPr txBox="1"/>
          <p:nvPr/>
        </p:nvSpPr>
        <p:spPr>
          <a:xfrm>
            <a:off x="4148546" y="5240319"/>
            <a:ext cx="191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Booking Controller</a:t>
            </a:r>
          </a:p>
        </p:txBody>
      </p:sp>
    </p:spTree>
    <p:extLst>
      <p:ext uri="{BB962C8B-B14F-4D97-AF65-F5344CB8AC3E}">
        <p14:creationId xmlns:p14="http://schemas.microsoft.com/office/powerpoint/2010/main" val="585637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B8C0B8-BD02-2D20-D6CA-162F2488A5AB}"/>
              </a:ext>
            </a:extLst>
          </p:cNvPr>
          <p:cNvSpPr txBox="1"/>
          <p:nvPr/>
        </p:nvSpPr>
        <p:spPr>
          <a:xfrm>
            <a:off x="1101213" y="865239"/>
            <a:ext cx="896701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400" b="1" dirty="0">
                <a:solidFill>
                  <a:schemeClr val="bg1"/>
                </a:solidFill>
              </a:rPr>
              <a:t>Technology Stack &amp; Design Decisions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1080BA-E944-05BE-FBDD-D521E94429CE}"/>
              </a:ext>
            </a:extLst>
          </p:cNvPr>
          <p:cNvSpPr/>
          <p:nvPr/>
        </p:nvSpPr>
        <p:spPr>
          <a:xfrm>
            <a:off x="629265" y="2772694"/>
            <a:ext cx="2743200" cy="39525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Frontend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React.js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Dynamic UI Rendering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12903E-8098-1055-E4EC-4EA3B211BE99}"/>
              </a:ext>
            </a:extLst>
          </p:cNvPr>
          <p:cNvSpPr/>
          <p:nvPr/>
        </p:nvSpPr>
        <p:spPr>
          <a:xfrm>
            <a:off x="8819537" y="2772693"/>
            <a:ext cx="2743200" cy="39525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Database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MongoDB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Flexible Schema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Fast Iteration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Document-Oriented</a:t>
            </a:r>
          </a:p>
          <a:p>
            <a:pPr algn="ctr">
              <a:lnSpc>
                <a:spcPct val="150000"/>
              </a:lnSpc>
            </a:pPr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D5B3E6-358B-1259-B994-E38618235A03}"/>
              </a:ext>
            </a:extLst>
          </p:cNvPr>
          <p:cNvSpPr/>
          <p:nvPr/>
        </p:nvSpPr>
        <p:spPr>
          <a:xfrm>
            <a:off x="4896465" y="2772696"/>
            <a:ext cx="2743200" cy="39525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Backend</a:t>
            </a:r>
          </a:p>
          <a:p>
            <a:pPr>
              <a:lnSpc>
                <a:spcPct val="150000"/>
              </a:lnSpc>
            </a:pPr>
            <a:endParaRPr lang="en-IN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Node.js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Express.js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RESTFUL APIs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Rule Enforcement Layer</a:t>
            </a: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9220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35</TotalTime>
  <Words>129</Words>
  <Application>Microsoft Office PowerPoint</Application>
  <PresentationFormat>Widescreen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 Boardroom</vt:lpstr>
      <vt:lpstr>Hybrid Workspace Seat Allocation System</vt:lpstr>
      <vt:lpstr>System Architecture &amp; Core Logic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 Chugh</dc:creator>
  <cp:lastModifiedBy>Sulabh Saluja</cp:lastModifiedBy>
  <cp:revision>2</cp:revision>
  <dcterms:created xsi:type="dcterms:W3CDTF">2026-02-24T09:21:19Z</dcterms:created>
  <dcterms:modified xsi:type="dcterms:W3CDTF">2026-02-24T11:59:31Z</dcterms:modified>
</cp:coreProperties>
</file>